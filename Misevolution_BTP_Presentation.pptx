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 HYPOTHESIS · UNTESTED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No paper studies this cross-component coupling directly — so I present it as an original hypothesis and the natural next experiment.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Systemic contagion (prev. slides) is a hypothesis I did NOT test — the honest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three new axes fit — extending the paper's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616B"/>
                </a:solidFill>
                <a:latin typeface="Calibri"/>
              </a:rPr>
              <a:t>THE PAPER categorises by which internal COMPONENT evolves: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WE ADD three categories on a different axis — the system-level layer the agent misevolves in: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Multi-agent misevolution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lives BETWEEN agents: shared-reward collusion, imitation, trust &amp; protocol drift. No single component captures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Workflow — but it is inter-agent, not one pipeline.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LLM-judge / self-critic misevolution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how the agent GRADES itself: the self-reward signal drifts or is gamed, corrupting every other update at its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Model (self-reward) — but it is the evaluator, not the policy.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Objective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Goal-drift misevolution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WHAT it is trying to do: the goal erodes under long-context pressure, with no component changed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Memory/context — but it is the intent itself.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each new axis built up — paper by paper, to our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874519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2616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Multi-agent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53128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Alignment Tipping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0812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216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0216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Emergent Collusion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7900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7304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7304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SoK: Fail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4988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94392" y="1737360"/>
            <a:ext cx="1609344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30967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collusion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0967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2076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154680"/>
            <a:ext cx="1874519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5468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0604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4261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In-ctx reward hack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528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4528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8185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Self-refine hack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185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0296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8452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8452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109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Honesty→Subterfuge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2109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220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6033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Darwin-Gödel hack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033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8144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6300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6300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957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More Convincing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9957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2068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02240" y="3154680"/>
            <a:ext cx="1301496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38815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judge drift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8815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9923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572000"/>
            <a:ext cx="1874519" cy="8229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57200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604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4261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Evaluating goal drift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261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1490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1490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147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Asymmetric drift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5147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72584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2376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6033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Intent drift @scale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6033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81444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532619" y="4572000"/>
            <a:ext cx="2071115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569195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goal drift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69195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90303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A616B"/>
                </a:solidFill>
                <a:latin typeface="Calibri"/>
              </a:rPr>
              <a:t>Dates are arXiv submission (YY-MM). Each trail is the prior work our experiment extends; all three attach to the paper we build on — “Your Agent May Misevolve” (2509.26354, '25-09).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Datasets to scale each proof — three per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Each category tested on a paper dataset (already in the repo) plus two external benchmarks with objective ground truth: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48840"/>
                <a:gridCol w="1325880"/>
                <a:gridCol w="4114800"/>
                <a:gridCol w="20116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 &amp; ground truth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554C9"/>
                          </a:solidFill>
                          <a:latin typeface="Calibri"/>
                        </a:rPr>
                        <a:t>Evaluation
(judge drift)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RedCode-Gen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160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malware-gen prompts; judge = harmful/safe (0–10)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1,319 test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grade-school math; exact-match numeric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TruthfulQA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554C9"/>
                          </a:solidFill>
                          <a:latin typeface="Calibri"/>
                        </a:rPr>
                        <a:t>817 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plausible falsehoods; MC / reference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truthful_qa (Apache-2.0)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A9D8F"/>
                          </a:solidFill>
                          <a:latin typeface="Calibri"/>
                        </a:rPr>
                        <a:t>Collaboration
(collusion)</a:t>
                      </a:r>
                    </a:p>
                  </a:txBody>
                  <a:tcPr>
                    <a:solidFill>
                      <a:srgbClr val="E2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HumanEval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164 tasks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Python tasks; pass/fail via unit tests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openai_humaneval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MBPP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974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basic Python; unit tests (seed bugs)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mbpp (CC-BY-4.0)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GSM8K (reuse)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A9D8F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math; reviewer approves a wrong answer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HF gsm8k (MIT)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rowSpan="3"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88600"/>
                          </a:solidFill>
                          <a:latin typeface="Calibri"/>
                        </a:rPr>
                        <a:t>Objective
(goal drift)</a:t>
                      </a:r>
                    </a:p>
                  </a:txBody>
                  <a:tcPr>
                    <a:solidFill>
                      <a:srgbClr val="FBF4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AgentNet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40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Sales/Service/Med/Finance; goal vs reward-hack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in repo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HANDBOOK.md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65 tasks / 824 rubrics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long SOP adherence across tool use; rubric grade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public harness (2607.25398)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6213E"/>
                          </a:solidFill>
                          <a:latin typeface="Calibri"/>
                        </a:rPr>
                        <a:t>Goal-Drift 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C88600"/>
                          </a:solidFill>
                          <a:latin typeface="Calibri"/>
                        </a:rPr>
                        <a:t>scenario-based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stock-trading goal persistence (≤100k tok)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82C35"/>
                          </a:solidFill>
                          <a:latin typeface="Calibri"/>
                        </a:rPr>
                        <a:t>code (2505.02709)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IS THIS PAPER-GRADE?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Are the dataset sizes good enough for a paper?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64240" cy="1051560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6213E"/>
                </a:solidFill>
                <a:latin typeface="Calibri"/>
              </a:rPr>
              <a:t>Yes for the standard benchmarks — provided we add multiple models and seeds.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Size is the easy part here; the harder bar for a paper is models × seeds × a clean ground-truth protocol.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GSM8K 1,319 · TruthfulQA 817 · MBPP 974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full standard eval sets — ample on their 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21608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21608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HumanEval 164 · RedCode-Gen 160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small, but the field-standard code / safety benchmarks — accepted as-is in papers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62856"/>
            <a:ext cx="109728" cy="74980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62856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Each item × rounds × seeds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drift design multiplies effective sample size well beyond the raw row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04104"/>
            <a:ext cx="109728" cy="749808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04104"/>
            <a:ext cx="55778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13E"/>
                </a:solidFill>
                <a:latin typeface="Calibri"/>
              </a:rPr>
              <a:t>AgentNet 40 cases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5A616B"/>
                </a:solidFill>
                <a:latin typeface="Calibri"/>
              </a:rPr>
              <a:t>the thin spot — lean on HANDBOOK (65 / 824 rubrics) + the stock-trading env for the Objective axis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3200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880360"/>
            <a:ext cx="512064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03580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WHAT MATTERS MORE THAN RAW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47472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Run ≥2–3 backbone models, not one free model — the single biggest credibility gap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Report variance / 95% CI over ≥3 seeds per cell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A clean, auditable ground-truth check: exact-match (GSM8K), unit tests (HumanEval/MBPP), rubric (HANDBOOK)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4554C9"/>
                </a:solidFill>
                <a:latin typeface="Calibri"/>
              </a:rPr>
              <a:t>▪  </a:t>
            </a:r>
            <a:r>
              <a:rPr sz="1250">
                <a:solidFill>
                  <a:srgbClr val="282C35"/>
                </a:solidFill>
                <a:latin typeface="Calibri"/>
              </a:rPr>
              <a:t>Pre-register the drift protocol (rounds, memory, metric) so the before→after is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Which models to run the panel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64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82C35"/>
                </a:solidFill>
                <a:latin typeface="Calibri"/>
              </a:rPr>
              <a:t>Span families × capability, overlap the paper for comparability, and pin dated snapshots (never “latest”):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4114800"/>
                <a:gridCol w="228600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 in the panel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OpenRouter id (pin snapshot)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GPT-4.1  (or GPT-5)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A7D6B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used in the 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openai/gpt-4.1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2410C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frontier; paper used Claude-4-Sonnet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anthropic/claude-sonnet-4.5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A5BD7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cheap; paper found Gemini MOST susceptible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google/gemini-2.5-flash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Qwen3-235B-Instruct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A4CA5"/>
                          </a:solidFill>
                          <a:latin typeface="Calibri"/>
                        </a:rPr>
                        <a:t>Qwen (open)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often free; directly in the paper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qwen/qwen3-235b-a22b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6213E"/>
                          </a:solidFill>
                          <a:latin typeface="Calibri"/>
                        </a:rPr>
                        <a:t>Qwen2.5-7B / nemotron-lightning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16B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C35"/>
                          </a:solidFill>
                          <a:latin typeface="Calibri"/>
                        </a:rPr>
                        <a:t>scale contrast — weak models drift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155CC"/>
                          </a:solidFill>
                          <a:latin typeface="Calibri"/>
                        </a:rPr>
                        <a:t>qwen/qwen2.5-7b-instruct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526280"/>
            <a:ext cx="5486400" cy="1828800"/>
          </a:xfrm>
          <a:prstGeom prst="rect">
            <a:avLst/>
          </a:prstGeom>
          <a:solidFill>
            <a:srgbClr val="E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548640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6F63"/>
                </a:solidFill>
                <a:latin typeface="Calibri"/>
              </a:rPr>
              <a:t>FREE-ONLY PANEL (runnable now, no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nvidia/nemotron-3.5-lightning:free  —  NVIDIA, small (already validated)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qwen/qwen3.8-27b:free  or  z-ai/glm-5.2:free  —  open-weight, mid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google/gemma-4-31b-it:free  —  Google family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A9D8F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free tier rotates &amp; rate-limits — verify live before the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4526280"/>
            <a:ext cx="5486400" cy="1828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4526280"/>
            <a:ext cx="548640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6634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554C9"/>
                </a:solidFill>
                <a:latin typeface="Calibri"/>
              </a:rPr>
              <a:t>GROUND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GSM8K / HumanEval / MBPP have PROGRAMMATIC ground truth → backbone is the only variable, no judge confound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RedCode-Gen / AgentNet need a judge → hold ONE fixed strong judge constant across all backbones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554C9"/>
                </a:solidFill>
                <a:latin typeface="Calibri"/>
              </a:rPr>
              <a:t>▪  </a:t>
            </a:r>
            <a:r>
              <a:rPr sz="1100">
                <a:solidFill>
                  <a:srgbClr val="282C35"/>
                </a:solidFill>
                <a:latin typeface="Calibri"/>
              </a:rPr>
              <a:t>Report variance / 95% CI over ≥3 seeds; cost on the cheap tier ≈ $5–15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I tested 3 new axes on the free harness: evaluator drift 17→83%, agent collusion 0→100%, goal drift to 33% adherence.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